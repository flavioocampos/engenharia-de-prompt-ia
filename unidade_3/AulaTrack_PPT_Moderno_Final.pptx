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365760" y="1005840"/>
            <a:ext cx="841824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" name="CustomShape 2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" name="CustomShape 3"/>
          <p:cNvSpPr/>
          <p:nvPr/>
        </p:nvSpPr>
        <p:spPr>
          <a:xfrm>
            <a:off x="3396240" y="548640"/>
            <a:ext cx="161928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AulaTrack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1" name="CustomShape 4"/>
          <p:cNvSpPr/>
          <p:nvPr/>
        </p:nvSpPr>
        <p:spPr>
          <a:xfrm>
            <a:off x="2053440" y="1645920"/>
            <a:ext cx="4670640" cy="173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Sistema Inteligente de Presença com GPS</a:t>
            </a:r>
            <a:br/>
            <a:br/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Disciplina: Engenharia-de-Prompt-IA - Unidade 3</a:t>
            </a:r>
            <a:br/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Professora: Kadidja Valeria Reginaldo De Oliveira</a:t>
            </a:r>
            <a:br/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Integrante: Flávio de Oliveira Campos</a:t>
            </a:r>
            <a:br/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Faculdade UDF Asa Sul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" name="CustomShape 5"/>
          <p:cNvSpPr/>
          <p:nvPr/>
        </p:nvSpPr>
        <p:spPr>
          <a:xfrm>
            <a:off x="731520" y="4297680"/>
            <a:ext cx="2742480" cy="1364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365760" y="1005840"/>
            <a:ext cx="841824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CustomShape 2"/>
          <p:cNvSpPr/>
          <p:nvPr/>
        </p:nvSpPr>
        <p:spPr>
          <a:xfrm>
            <a:off x="1006560" y="1116000"/>
            <a:ext cx="4069080" cy="392400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CustomShape 4"/>
          <p:cNvSpPr/>
          <p:nvPr/>
        </p:nvSpPr>
        <p:spPr>
          <a:xfrm>
            <a:off x="2485440" y="548640"/>
            <a:ext cx="344052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Problema Identificado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49" name="CustomShape 5"/>
          <p:cNvSpPr/>
          <p:nvPr/>
        </p:nvSpPr>
        <p:spPr>
          <a:xfrm>
            <a:off x="1186560" y="1911600"/>
            <a:ext cx="359604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Fraudes em controle de presença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Dificuldade de monitoramento em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tempo real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Controle manual pouco eficiente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Necessidade de validação por GPS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50" name="Picture 4" descr=""/>
          <p:cNvPicPr/>
          <p:nvPr/>
        </p:nvPicPr>
        <p:blipFill>
          <a:blip r:embed="rId1"/>
          <a:stretch/>
        </p:blipFill>
        <p:spPr>
          <a:xfrm>
            <a:off x="5436000" y="1116720"/>
            <a:ext cx="2699280" cy="3918240"/>
          </a:xfrm>
          <a:prstGeom prst="rect">
            <a:avLst/>
          </a:prstGeom>
          <a:ln>
            <a:noFill/>
          </a:ln>
        </p:spPr>
      </p:pic>
      <p:sp>
        <p:nvSpPr>
          <p:cNvPr id="51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365760" y="1005840"/>
            <a:ext cx="8562240" cy="569016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CustomShape 2"/>
          <p:cNvSpPr/>
          <p:nvPr/>
        </p:nvSpPr>
        <p:spPr>
          <a:xfrm>
            <a:off x="792000" y="1404000"/>
            <a:ext cx="7559640" cy="215964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4"/>
          <p:cNvSpPr/>
          <p:nvPr/>
        </p:nvSpPr>
        <p:spPr>
          <a:xfrm>
            <a:off x="2507760" y="548640"/>
            <a:ext cx="339624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Tecnologias Utilizadas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57" name="CustomShape 5"/>
          <p:cNvSpPr/>
          <p:nvPr/>
        </p:nvSpPr>
        <p:spPr>
          <a:xfrm>
            <a:off x="3645000" y="1479600"/>
            <a:ext cx="1753560" cy="2010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HTML5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CSS3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JavaScript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Firebase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Cloud Firestore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GPS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GitHub Pages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58" name="Picture 4" descr=""/>
          <p:cNvPicPr/>
          <p:nvPr/>
        </p:nvPicPr>
        <p:blipFill>
          <a:blip r:embed="rId1"/>
          <a:stretch/>
        </p:blipFill>
        <p:spPr>
          <a:xfrm>
            <a:off x="793440" y="3673440"/>
            <a:ext cx="7558200" cy="2734200"/>
          </a:xfrm>
          <a:prstGeom prst="rect">
            <a:avLst/>
          </a:prstGeom>
          <a:ln>
            <a:noFill/>
          </a:ln>
        </p:spPr>
      </p:pic>
      <p:sp>
        <p:nvSpPr>
          <p:cNvPr id="59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7"/>
          <p:cNvSpPr/>
          <p:nvPr/>
        </p:nvSpPr>
        <p:spPr>
          <a:xfrm>
            <a:off x="2706480" y="639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365760" y="1005840"/>
            <a:ext cx="402300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2"/>
          <p:cNvSpPr/>
          <p:nvPr/>
        </p:nvSpPr>
        <p:spPr>
          <a:xfrm>
            <a:off x="1753200" y="1260720"/>
            <a:ext cx="3931200" cy="442692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CustomShape 4"/>
          <p:cNvSpPr/>
          <p:nvPr/>
        </p:nvSpPr>
        <p:spPr>
          <a:xfrm>
            <a:off x="2701080" y="548640"/>
            <a:ext cx="300924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Painel do Professor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65" name="CustomShape 5"/>
          <p:cNvSpPr/>
          <p:nvPr/>
        </p:nvSpPr>
        <p:spPr>
          <a:xfrm>
            <a:off x="2127240" y="1443600"/>
            <a:ext cx="248220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Criação de aulas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Controle de alunos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Mapa em tempo real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Retomada de aulas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Encerramento de aulas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66" name="Picture 4" descr=""/>
          <p:cNvPicPr/>
          <p:nvPr/>
        </p:nvPicPr>
        <p:blipFill>
          <a:blip r:embed="rId1"/>
          <a:stretch/>
        </p:blipFill>
        <p:spPr>
          <a:xfrm>
            <a:off x="5868000" y="1260720"/>
            <a:ext cx="2248200" cy="4388400"/>
          </a:xfrm>
          <a:prstGeom prst="rect">
            <a:avLst/>
          </a:prstGeom>
          <a:ln>
            <a:noFill/>
          </a:ln>
        </p:spPr>
      </p:pic>
      <p:sp>
        <p:nvSpPr>
          <p:cNvPr id="67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365760" y="1005840"/>
            <a:ext cx="402300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2"/>
          <p:cNvSpPr/>
          <p:nvPr/>
        </p:nvSpPr>
        <p:spPr>
          <a:xfrm>
            <a:off x="1368000" y="1493640"/>
            <a:ext cx="3931200" cy="441000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CustomShape 4"/>
          <p:cNvSpPr/>
          <p:nvPr/>
        </p:nvSpPr>
        <p:spPr>
          <a:xfrm>
            <a:off x="2958120" y="548640"/>
            <a:ext cx="249552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Painel do Aluno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73" name="CustomShape 5"/>
          <p:cNvSpPr/>
          <p:nvPr/>
        </p:nvSpPr>
        <p:spPr>
          <a:xfrm>
            <a:off x="2027520" y="1725840"/>
            <a:ext cx="270324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Entrada via código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Confirmação de presença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Validação GPS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Registro de saída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74" name="Picture 4" descr=""/>
          <p:cNvPicPr/>
          <p:nvPr/>
        </p:nvPicPr>
        <p:blipFill>
          <a:blip r:embed="rId1"/>
          <a:stretch/>
        </p:blipFill>
        <p:spPr>
          <a:xfrm>
            <a:off x="5747040" y="1512000"/>
            <a:ext cx="2244600" cy="4388400"/>
          </a:xfrm>
          <a:prstGeom prst="rect">
            <a:avLst/>
          </a:prstGeom>
          <a:ln>
            <a:noFill/>
          </a:ln>
        </p:spPr>
      </p:pic>
      <p:sp>
        <p:nvSpPr>
          <p:cNvPr id="75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365760" y="1005840"/>
            <a:ext cx="402300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2"/>
          <p:cNvSpPr/>
          <p:nvPr/>
        </p:nvSpPr>
        <p:spPr>
          <a:xfrm>
            <a:off x="1296000" y="1656000"/>
            <a:ext cx="3931200" cy="439164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4"/>
          <p:cNvSpPr/>
          <p:nvPr/>
        </p:nvSpPr>
        <p:spPr>
          <a:xfrm>
            <a:off x="2630880" y="548640"/>
            <a:ext cx="314964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Recursos Avançados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81" name="CustomShape 5"/>
          <p:cNvSpPr/>
          <p:nvPr/>
        </p:nvSpPr>
        <p:spPr>
          <a:xfrm>
            <a:off x="1896120" y="1887120"/>
            <a:ext cx="282204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Persistência no Firebase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Atualização em tempo real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Histórico de aulas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Sistema responsivo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82" name="Picture 4" descr=""/>
          <p:cNvPicPr/>
          <p:nvPr/>
        </p:nvPicPr>
        <p:blipFill>
          <a:blip r:embed="rId1"/>
          <a:stretch/>
        </p:blipFill>
        <p:spPr>
          <a:xfrm>
            <a:off x="5684400" y="1656000"/>
            <a:ext cx="2451240" cy="4388400"/>
          </a:xfrm>
          <a:prstGeom prst="rect">
            <a:avLst/>
          </a:prstGeom>
          <a:ln>
            <a:noFill/>
          </a:ln>
        </p:spPr>
      </p:pic>
      <p:sp>
        <p:nvSpPr>
          <p:cNvPr id="83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65760" y="1005840"/>
            <a:ext cx="4023000" cy="41144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2"/>
          <p:cNvSpPr/>
          <p:nvPr/>
        </p:nvSpPr>
        <p:spPr>
          <a:xfrm>
            <a:off x="1296000" y="1584000"/>
            <a:ext cx="4751640" cy="4391640"/>
          </a:xfrm>
          <a:prstGeom prst="rect">
            <a:avLst/>
          </a:prstGeom>
          <a:solidFill>
            <a:srgbClr val="1e1e1e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CustomShape 3"/>
          <p:cNvSpPr/>
          <p:nvPr/>
        </p:nvSpPr>
        <p:spPr>
          <a:xfrm>
            <a:off x="0" y="0"/>
            <a:ext cx="9143280" cy="365040"/>
          </a:xfrm>
          <a:prstGeom prst="rect">
            <a:avLst/>
          </a:prstGeom>
          <a:solidFill>
            <a:srgbClr val="28dcc8"/>
          </a:solidFill>
          <a:ln>
            <a:solidFill>
              <a:srgbClr val="28dcc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CustomShape 4"/>
          <p:cNvSpPr/>
          <p:nvPr/>
        </p:nvSpPr>
        <p:spPr>
          <a:xfrm>
            <a:off x="3364200" y="548640"/>
            <a:ext cx="168336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pt-BR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Conclusão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89" name="CustomShape 5"/>
          <p:cNvSpPr/>
          <p:nvPr/>
        </p:nvSpPr>
        <p:spPr>
          <a:xfrm>
            <a:off x="1687320" y="1800000"/>
            <a:ext cx="363600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Projeto funcional e completo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Integração real com Firebase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Aplicação prática de IA e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desenvolvimento web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• </a:t>
            </a:r>
            <a:r>
              <a:rPr b="0" lang="pt-BR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Possível evolução para produto real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90" name="Picture 4" descr=""/>
          <p:cNvPicPr/>
          <p:nvPr/>
        </p:nvPicPr>
        <p:blipFill>
          <a:blip r:embed="rId1"/>
          <a:stretch/>
        </p:blipFill>
        <p:spPr>
          <a:xfrm>
            <a:off x="6295320" y="1587240"/>
            <a:ext cx="1722960" cy="4388400"/>
          </a:xfrm>
          <a:prstGeom prst="rect">
            <a:avLst/>
          </a:prstGeom>
          <a:ln>
            <a:noFill/>
          </a:ln>
        </p:spPr>
      </p:pic>
      <p:sp>
        <p:nvSpPr>
          <p:cNvPr id="91" name="CustomShape 6"/>
          <p:cNvSpPr/>
          <p:nvPr/>
        </p:nvSpPr>
        <p:spPr>
          <a:xfrm>
            <a:off x="0" y="0"/>
            <a:ext cx="9143640" cy="319680"/>
          </a:xfrm>
          <a:prstGeom prst="rect">
            <a:avLst/>
          </a:prstGeom>
          <a:solidFill>
            <a:srgbClr val="31c7b7"/>
          </a:solidFill>
          <a:ln>
            <a:solidFill>
              <a:srgbClr val="31c7b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7"/>
          <p:cNvSpPr/>
          <p:nvPr/>
        </p:nvSpPr>
        <p:spPr>
          <a:xfrm>
            <a:off x="1086480" y="6217920"/>
            <a:ext cx="31302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787878"/>
                </a:solidFill>
                <a:latin typeface="Arial"/>
              </a:rPr>
              <a:t>AulaTrack • Engenharia-de-Prompt-IA • UDF Asa Sul</a:t>
            </a:r>
            <a:endParaRPr b="0" lang="pt-BR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Neat_Office/6.2.8.2$Windows_x86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2026-05-24T23:49:37Z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